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Inventory RAG Pipeline: Full Tree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The bot is not one prompt. It is a layered system: catalog facts -&gt; retrieval -&gt; decisions -&gt; grounded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261872"/>
            <a:ext cx="7825339" cy="49560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235440" y="1307592"/>
            <a:ext cx="1965960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7-layer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62288" y="1755648"/>
            <a:ext cx="2359152" cy="34747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150">
                <a:solidFill>
                  <a:srgbClr val="181F2D"/>
                </a:solidFill>
                <a:latin typeface="Aptos"/>
              </a:defRPr>
            </a:pPr>
            <a:r>
              <a:t>Data and catalog facts are deterministic.</a:t>
            </a:r>
          </a:p>
          <a:p>
            <a:pPr marL="220000" indent="-140000">
              <a:spcAft>
                <a:spcPts val="700"/>
              </a:spcAft>
              <a:defRPr sz="1150">
                <a:solidFill>
                  <a:srgbClr val="181F2D"/>
                </a:solidFill>
                <a:latin typeface="Aptos"/>
              </a:defRPr>
            </a:pPr>
            <a:r>
              <a:t>Retrieval finds candidates before generation.</a:t>
            </a:r>
          </a:p>
          <a:p>
            <a:pPr marL="220000" indent="-140000">
              <a:spcAft>
                <a:spcPts val="700"/>
              </a:spcAft>
              <a:defRPr sz="1150">
                <a:solidFill>
                  <a:srgbClr val="181F2D"/>
                </a:solidFill>
                <a:latin typeface="Aptos"/>
              </a:defRPr>
            </a:pPr>
            <a:r>
              <a:t>Decision logic chooses what may be said.</a:t>
            </a:r>
          </a:p>
          <a:p>
            <a:pPr marL="220000" indent="-140000">
              <a:spcAft>
                <a:spcPts val="700"/>
              </a:spcAft>
              <a:defRPr sz="1150">
                <a:solidFill>
                  <a:srgbClr val="181F2D"/>
                </a:solidFill>
                <a:latin typeface="Aptos"/>
              </a:defRPr>
            </a:pPr>
            <a:r>
              <a:t>Prompts only write or reason inside bounded evidence.</a:t>
            </a:r>
          </a:p>
          <a:p>
            <a:pPr marL="220000" indent="-140000">
              <a:spcAft>
                <a:spcPts val="700"/>
              </a:spcAft>
              <a:defRPr sz="1150">
                <a:solidFill>
                  <a:srgbClr val="181F2D"/>
                </a:solidFill>
                <a:latin typeface="Aptos"/>
              </a:defRPr>
            </a:pPr>
            <a:r>
              <a:t>Verification and feedback close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Layer 1: DB Setup + Catalog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Where product truth lives before the model ever sees a question.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794760" cy="240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822191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Aptos"/>
              </a:rPr>
              <a:t>Pipeline tree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429000" cy="490118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5389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6A34A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64792"/>
            <a:ext cx="3099816" cy="43891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Stores products as structured facts: product_id, SKU, name, category, price, stock, status, attributes, tags.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Keeps catalog, order, feedback, policy, and sync audit data separate so each source has a clear responsibility.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Treats catalog/POS facts as the source of truth; the LLM cannot invent product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258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53895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6A34A"/>
                </a:solidFill>
                <a:latin typeface="Aptos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764792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JSONL catalog: data/inventory/catalog.jsonl.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Optional SQLite mirror: data/inventory/inventory_mirror.sqlite3.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Pydantic schemas validate product/order/API objects.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895344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02335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6A34A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334256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Every item must carry searchable attributes like color, size, design_id, gender, fabric, occasion, and stock.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include_in_rag/status decide whether a product should appear in answers.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Hard fields beat natural language: exact stock, price, SKU, and size are never guessed.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Layer 2: Ingest, Sync + Search Document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How raw shop data becomes searchable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794760" cy="240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822191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Aptos"/>
              </a:rPr>
              <a:t>Pipeline tree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429000" cy="490118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5389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A580C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64792"/>
            <a:ext cx="3099816" cy="43891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Imports or updates products from manual JSONL, POS CSV-style imports, or webhook payloads.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Normalizes fields and writes audit records so stock/catalog changes can be traced.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Turns each product into searchable text plus exact metadata for filters.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258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53895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A580C"/>
                </a:solidFill>
                <a:latin typeface="Aptos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764792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FastAPI sync endpoints under inventory routes.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Pydantic validation and Python ingestion logic.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Audit storage: data/inventory/sync_audit.jsonl.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895344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02335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A580C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334256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Merge/update by product_id or SKU to avoid duplicate inventory records.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Build search text from name, category, brand, attributes, tags, and description.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Use deterministic IDs so rebuilds replace old vector records cleanly.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Layer 3: Query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How Bangla, Banglish, and English questions become structured shopping intent.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794760" cy="240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822191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Aptos"/>
              </a:rPr>
              <a:t>Pipeline tree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429000" cy="490118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5389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7C3AED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64792"/>
            <a:ext cx="3099816" cy="43891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Detects whether the user wants product search, size check, same-design color, styling, policy, order, or small talk.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Extracts slots: category, color, fabric, size, brand, budget, occasion, gender, and in-stock intent.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Reads recent conversation when the customer says follow-up phrases like 'same design blue ache?'.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258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53895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7C3AED"/>
                </a:solidFill>
                <a:latin typeface="Aptos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764792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Regex and alias dictionaries for deterministic retail terms.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Banglish normalizer and fuzzy corrector for typo-heavy customer text.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Optional Ollama qwen3:8b prompts for intent, slot extraction, and conversation planning.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895344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02335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7C3AED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334256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Deterministic extraction wins for hard fields; LLM output fills gaps only when useful.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Low-confidence or vague questions trigger one clarifying question instead of random recommendations.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Memory/context helps resolve references to last shown products and prior preferences.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Layer 4: Retrieval +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How the system finds the right products from the catalog.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794760" cy="240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822191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Aptos"/>
              </a:rPr>
              <a:t>Pipeline tree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429000" cy="490118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5389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563EB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64792"/>
            <a:ext cx="3099816" cy="43891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Runs structured filters for exact requirements: category, size, color, design_id, price, gender, stock.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Runs semantic/vector search for flexible questions like 'elegant eid saree under 5000'.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Combines lexical, semantic, and retail-fit signals before choosing candidates.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258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53895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563EB"/>
                </a:solidFill>
                <a:latin typeface="Aptos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764792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Embedding layer: transformers/multilingual/deterministic/OpenAI-compatible modes.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Vector store: local JSONL by default; Elasticsearch adapter exists for dense vector + filter search.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BM25/lexical search catches exact product names, SKUs, brands, and categories.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895344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02335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2563EB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334256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Structured filters protect hard correctness; embeddings help recall but do not override facts.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Reranking rewards exact category/slot match, stock fit, budget fit, and product-name match.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Optional LLM reasoner can select only from bounded retrieved candidates, not the whole world.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Layer 5: Evidence Contract + Decision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The anti-hallucination layer between retrieval and final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794760" cy="240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822191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Aptos"/>
              </a:rPr>
              <a:t>Pipeline tree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429000" cy="490118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5389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6A34A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64792"/>
            <a:ext cx="3099816" cy="43891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Turns retrieved products into an evidence package: allowed facts, missing facts, risks, tradeoffs, and product roles.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Builds an answer plan: primary product, alternatives, cross-sells, exclusions, caveats, next question.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Decides answer vs clarify vs abstain when evidence is weak or unsupported.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258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53895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6A34A"/>
                </a:solidFill>
                <a:latin typeface="Aptos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764792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Pydantic evidence contract models.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Deterministic planner, verifier, and policy gates.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Optional answer_plan enrichment before natural language writing.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895344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02335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6A34A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334256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Primary and alternative products must come from retrieved catalog evidence.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Cross-sell products are add-ons only, never replacements.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Excluded or out-of-stock products cannot be pitched as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81F2D"/>
                </a:solidFill>
                <a:latin typeface="Aptos"/>
              </a:rPr>
              <a:t>Layer 6: Answer Writing, UI + 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B6779"/>
                </a:solidFill>
                <a:latin typeface="Aptos"/>
              </a:rPr>
              <a:t>How the final response reaches the customer and improves over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155680" cy="18288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pipeline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325880"/>
            <a:ext cx="3794760" cy="240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3822191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5B6779"/>
                </a:solidFill>
                <a:latin typeface="Aptos"/>
              </a:rPr>
              <a:t>Pipeline tree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325880"/>
            <a:ext cx="3429000" cy="4901184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453895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A580C"/>
                </a:solidFill>
                <a:latin typeface="Aptos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64792"/>
            <a:ext cx="3099816" cy="43891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Writes a human-friendly answer in the customer's language style: Bangla, Banglish, or English.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Serves the chat UI, hideable catalog panel, product actions, order flow, and API docs.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Stores thumbs up/down, comments, trace IDs, failed cases, and response evidence for tuning.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96512" y="1325880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4" y="1453895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A580C"/>
                </a:solidFill>
                <a:latin typeface="Aptos"/>
              </a:rPr>
              <a:t>Technology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1764792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FastAPI backend: /frontend/chat.html and /docs.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Plain HTML/CSS/JavaScript frontend.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Optional Ollama/OpenAI-compatible natural writer plus deterministic fallback templates.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3895344"/>
            <a:ext cx="3246120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023359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A580C"/>
                </a:solidFill>
                <a:latin typeface="Aptos"/>
              </a:rPr>
              <a:t>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334256"/>
            <a:ext cx="2916936" cy="1819655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Strict writer prompt follows answer_plan and writer_contract; it returns structured JSON.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Answer critic/verifier checks product names, prices, stock, exclusions, and unsupported claims.</a:t>
            </a:r>
          </a:p>
          <a:p>
            <a:pPr marL="220000" indent="-140000">
              <a:spcAft>
                <a:spcPts val="700"/>
              </a:spcAft>
              <a:defRPr sz="1050">
                <a:solidFill>
                  <a:srgbClr val="181F2D"/>
                </a:solidFill>
                <a:latin typeface="Aptos"/>
              </a:defRPr>
            </a:pPr>
            <a:r>
              <a:t>Feedback should create new eval cases; it should not directly rewrite production behavior without tests.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B6779"/>
                </a:solidFill>
                <a:latin typeface="Aptos"/>
              </a:rPr>
              <a:t>Inventory RAG chatbot | catalog-grounded retail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B677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