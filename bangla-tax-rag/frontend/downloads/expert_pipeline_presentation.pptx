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Current Inventory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Catalog-grounded boutique retail chatbot for customer query answering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89920" cy="960120"/>
          </a:xfrm>
          <a:prstGeom prst="roundRect">
            <a:avLst/>
          </a:prstGeom>
          <a:solidFill>
            <a:srgbClr val="ECF3F8"/>
          </a:solidFill>
          <a:ln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960120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10469880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033"/>
                </a:solidFill>
              </a:defRPr>
            </a:pPr>
            <a:r>
              <a:t>Core idea: the LLM does not own truth. Catalog data, retrieval, decision rules, evidence contracts, and verification control what the bot can safely say.</a:t>
            </a:r>
          </a:p>
        </p:txBody>
      </p:sp>
      <p:sp>
        <p:nvSpPr>
          <p:cNvPr id="8" name="Chevron 7"/>
          <p:cNvSpPr/>
          <p:nvPr/>
        </p:nvSpPr>
        <p:spPr>
          <a:xfrm>
            <a:off x="685800" y="2788920"/>
            <a:ext cx="1706880" cy="658368"/>
          </a:xfrm>
          <a:prstGeom prst="chevron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Catalog</a:t>
            </a:r>
          </a:p>
        </p:txBody>
      </p:sp>
      <p:sp>
        <p:nvSpPr>
          <p:cNvPr id="9" name="Chevron 8"/>
          <p:cNvSpPr/>
          <p:nvPr/>
        </p:nvSpPr>
        <p:spPr>
          <a:xfrm>
            <a:off x="2502408" y="2788920"/>
            <a:ext cx="1706880" cy="658368"/>
          </a:xfrm>
          <a:prstGeom prst="chevron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10" name="Chevron 9"/>
          <p:cNvSpPr/>
          <p:nvPr/>
        </p:nvSpPr>
        <p:spPr>
          <a:xfrm>
            <a:off x="4319016" y="2788920"/>
            <a:ext cx="1706880" cy="658368"/>
          </a:xfrm>
          <a:prstGeom prst="chevron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Retrieve</a:t>
            </a:r>
          </a:p>
        </p:txBody>
      </p:sp>
      <p:sp>
        <p:nvSpPr>
          <p:cNvPr id="11" name="Chevron 10"/>
          <p:cNvSpPr/>
          <p:nvPr/>
        </p:nvSpPr>
        <p:spPr>
          <a:xfrm>
            <a:off x="6135624" y="2788920"/>
            <a:ext cx="1706880" cy="658368"/>
          </a:xfrm>
          <a:prstGeom prst="chevron">
            <a:avLst/>
          </a:prstGeom>
          <a:solidFill>
            <a:srgbClr val="B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Decide</a:t>
            </a:r>
          </a:p>
        </p:txBody>
      </p:sp>
      <p:sp>
        <p:nvSpPr>
          <p:cNvPr id="12" name="Chevron 11"/>
          <p:cNvSpPr/>
          <p:nvPr/>
        </p:nvSpPr>
        <p:spPr>
          <a:xfrm>
            <a:off x="7952232" y="2788920"/>
            <a:ext cx="1706880" cy="658368"/>
          </a:xfrm>
          <a:prstGeom prst="chevron">
            <a:avLst/>
          </a:prstGeom>
          <a:solidFill>
            <a:srgbClr val="69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Write</a:t>
            </a:r>
          </a:p>
        </p:txBody>
      </p:sp>
      <p:sp>
        <p:nvSpPr>
          <p:cNvPr id="13" name="Chevron 12"/>
          <p:cNvSpPr/>
          <p:nvPr/>
        </p:nvSpPr>
        <p:spPr>
          <a:xfrm>
            <a:off x="9768840" y="2788920"/>
            <a:ext cx="1706880" cy="658368"/>
          </a:xfrm>
          <a:prstGeom prst="chevron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033"/>
                </a:solidFill>
              </a:defRPr>
            </a:pPr>
            <a:r>
              <a:t>Built for sarees, bags, cosmetics, jewelry, watches, shoes, panjabi, shirts, pants, perfumes, and other boutique catalog items.</a:t>
            </a:r>
          </a:p>
          <a:p>
            <a:pPr>
              <a:spcAft>
                <a:spcPts val="500"/>
              </a:spcAft>
              <a:defRPr sz="1700">
                <a:solidFill>
                  <a:srgbClr val="172033"/>
                </a:solidFill>
              </a:defRPr>
            </a:pPr>
            <a:r>
              <a:t>Handles Bangla, Banglish, English, and mixed customer wording.</a:t>
            </a:r>
          </a:p>
          <a:p>
            <a:pPr>
              <a:spcAft>
                <a:spcPts val="500"/>
              </a:spcAft>
              <a:defRPr sz="1700">
                <a:solidFill>
                  <a:srgbClr val="172033"/>
                </a:solidFill>
              </a:defRPr>
            </a:pPr>
            <a:r>
              <a:t>Answers exact inventory questions without inventing product facts.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What The Bot Can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Customer-facing capabilities in the current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280160"/>
            <a:ext cx="3474720" cy="1874519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Catalog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3127248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Availability: do you have this item?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Price, stock, SKU, product details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Same design in another color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Size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280160"/>
            <a:ext cx="3474720" cy="1874519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8074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Shopping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64792"/>
            <a:ext cx="3127248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Budget-based product search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Occasion-based suggestions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Styling advice and accessory match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Compare products or fabrics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280160"/>
            <a:ext cx="3474720" cy="1874519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38074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64792"/>
            <a:ext cx="3127248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Delivery/payment/refund/exchange policy QA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Order/cart workflow hooks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Image-search pathway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Feedback and trace capture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0480"/>
            <a:ext cx="10972800" cy="822960"/>
          </a:xfrm>
          <a:prstGeom prst="roundRect">
            <a:avLst/>
          </a:prstGeom>
          <a:solidFill>
            <a:srgbClr val="ECF3F8"/>
          </a:solidFill>
          <a:ln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840480"/>
            <a:ext cx="73152" cy="822960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05072"/>
            <a:ext cx="10652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033"/>
                </a:solidFill>
              </a:defRPr>
            </a:pPr>
            <a:r>
              <a:t>Best current use case: answering boutique customer questions from current inventory with grounded, human-friendly replies.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Architecture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This is not a prompt-only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234440"/>
            <a:ext cx="3566160" cy="448056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356616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What Owns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321868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Catalog JSONL / SQLite mirror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Pydantic product schemas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Policy JSON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Order and sync records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Evidence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234440"/>
            <a:ext cx="3566160" cy="448056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56616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3502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What Owns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19072"/>
            <a:ext cx="321868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Structured filters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Bangla/Banglish normalization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Vector retrieval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Lexical/SKU search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Reranking and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234440"/>
            <a:ext cx="3566160" cy="448056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356616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33502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What The LLM Owns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19072"/>
            <a:ext cx="321868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Optional intent/slot JSON extraction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Optional conversation planning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Optional candidate reasoning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Natural answer writing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Optional answer critique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Full Pipeline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End-to-end flow from catalog setup to verified customer answer</a:t>
            </a:r>
          </a:p>
        </p:txBody>
      </p:sp>
      <p:pic>
        <p:nvPicPr>
          <p:cNvPr id="5" name="Picture 4" descr="full_current_inventor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363" y="1078992"/>
            <a:ext cx="7380514" cy="5166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Tree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Responsibility boundaries by subsystem</a:t>
            </a:r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725" y="1005840"/>
            <a:ext cx="8301789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Layer 1: Data And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How catalogs are saved and trusted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Catalog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data/inventory/catalog.jsonl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InventoryItemRecord in app/core/schemas.py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Fields: product_id, SKU, category, price, stock, attributes, tags, status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This is the source of truth for product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Mirror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app/inventory/storage.py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JSONL default; SQLite mirror available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Pydantic validation before persistence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Business signals stored separately from catalog 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app/inventory/pos_sync.py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CSV and webhook import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Merge by product id/SKU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Audit logs and rebuild status track drift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Layer 2: Query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How the bot reads Bangla, Banglish, English, and mixed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banglish_normalizer.py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fuzzy_corrector.py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Bangla digit translation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Alias and typo expansion before slot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intent.py deterministic classifier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llm_intent_classifier.py optional JSON classifier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intent_planner.py optional multi-turn planner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Outputs confidence and ambiguity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fashion_retail.py regex and aliases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llm_slot_extractor.py optional JSON extraction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Finds category, color, size, budget, fabric, occasion, gender, design id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Regex wins when safer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Layer 3: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Three retrieval paths, each solving a different failure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Structured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Best for exact catalog facts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Filters category, color, size, budget, design id, stock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Handles same design and size availability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No prompt involved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Vector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embedder.py builds query/product vectors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local_store.py for local JSONL vector storage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elasticsearch_store.py for kNN + filters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Pinecone and Milvus adapters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Lexical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BM25/lexical matching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SKU, product id, brand, category, exact name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Elasticsearch multi_match path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Protects against embedding fuzziness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Layer 4: Decisions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Where recommendations become controlled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reranker.py computes ecommerce fit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Signals: semantic, lexical, exact SKU/name, category, brand, product type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Price fit, stock fit, metadata/spec fit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Penalizes unrelated and out-of-stock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B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Answer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planner.py enriches the recommendation plan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Chooses primary, alternatives, cross-sells, next question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Adds risk notes and tradeoffs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Defines what the writer may say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Evidence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evidence_contract.py is the safety boundary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Allowed claims, missing facts, contradictions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Rejected candidate ids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Prevents fluent hallucination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Layer 5: Answer Writing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How a safe answer becomes human-friendly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Deterministic Writer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fashion_retail.py templates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Safe for exact stock, price, size, color, design id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Works when LLM is unavailable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Bangla/Banglish localization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Natural 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natural_answer.py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inventory_service._build_inventory_answer_messages()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Ollama/OpenAI-compatible writer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Must obey answer_plan and writer_contract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69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verifier.py checks final answer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answer_critic.py optional LLM critic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Rejects unsupported products, prices, stock claims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Allows one cautious retry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Prompt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Where prompts exist and what each prompt is allowed to decide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124712"/>
            <a:ext cx="3657600" cy="20116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365760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25296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Understanding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9344"/>
            <a:ext cx="33101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llm_intent_classifier.py: JSON intent, slots, confidence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llm_slot_extractor.py: JSON shopping slots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intent_planner.py: multi-turn plan and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24712"/>
            <a:ext cx="3657600" cy="20116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078992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078992"/>
            <a:ext cx="3657600" cy="73152"/>
          </a:xfrm>
          <a:prstGeom prst="rect">
            <a:avLst/>
          </a:prstGeom>
          <a:solidFill>
            <a:srgbClr val="B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25296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Decision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09344"/>
            <a:ext cx="33101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llm_reasoner.py: pick product ids only from candidates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Never invent products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Can return none_fit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5" y="1124712"/>
            <a:ext cx="3429000" cy="20116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078992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78992"/>
            <a:ext cx="342900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225296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Writing 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609344"/>
            <a:ext cx="30815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natural_answer.py: warm boutique answer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inventory_service.py: strict ecommerce writer contract</a:t>
            </a:r>
          </a:p>
          <a:p>
            <a:pPr>
              <a:spcAft>
                <a:spcPts val="400"/>
              </a:spcAft>
              <a:defRPr sz="1150">
                <a:solidFill>
                  <a:srgbClr val="172033"/>
                </a:solidFill>
              </a:defRPr>
            </a:pPr>
            <a:r>
              <a:t>answer_critic.py: quality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10881360" cy="822960"/>
          </a:xfrm>
          <a:prstGeom prst="roundRect">
            <a:avLst/>
          </a:prstGeom>
          <a:solidFill>
            <a:srgbClr val="ECF3F8"/>
          </a:solidFill>
          <a:ln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73152" cy="822960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96512"/>
            <a:ext cx="1056132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033"/>
                </a:solidFill>
              </a:defRPr>
            </a:pPr>
            <a:r>
              <a:t>Prompt governance rule: prompts may interpret or phrase, but they cannot override catalog facts, selected product roles, excluded product ids, or verification.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What technology is used at each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72033"/>
                </a:solidFill>
              </a:defRPr>
            </a:pPr>
            <a:r>
              <a:t>FastAPI</a:t>
            </a:r>
          </a:p>
          <a:p>
            <a:pPr>
              <a:spcAft>
                <a:spcPts val="400"/>
              </a:spcAft>
              <a:defRPr sz="1600">
                <a:solidFill>
                  <a:srgbClr val="172033"/>
                </a:solidFill>
              </a:defRPr>
            </a:pPr>
            <a:r>
              <a:t>Pydantic</a:t>
            </a:r>
          </a:p>
          <a:p>
            <a:pPr>
              <a:spcAft>
                <a:spcPts val="400"/>
              </a:spcAft>
              <a:defRPr sz="1600">
                <a:solidFill>
                  <a:srgbClr val="172033"/>
                </a:solidFill>
              </a:defRPr>
            </a:pPr>
            <a:r>
              <a:t>PyYAML settings</a:t>
            </a:r>
          </a:p>
          <a:p>
            <a:pPr>
              <a:spcAft>
                <a:spcPts val="400"/>
              </a:spcAft>
              <a:defRPr sz="1600">
                <a:solidFill>
                  <a:srgbClr val="172033"/>
                </a:solidFill>
              </a:defRPr>
            </a:pPr>
            <a:r>
              <a:t>httpx</a:t>
            </a:r>
          </a:p>
          <a:p>
            <a:pPr>
              <a:spcAft>
                <a:spcPts val="400"/>
              </a:spcAft>
              <a:defRPr sz="1600">
                <a:solidFill>
                  <a:srgbClr val="172033"/>
                </a:solidFill>
              </a:defRPr>
            </a:pPr>
            <a:r>
              <a:t>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JSONL / SQLite mirror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rank-bm25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Transformers / multilingual / OpenAI embeddings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Local vector store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Elasticsearch / Pinecone / Milvus adapters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Ollama qwen3:8b prompts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OpenAI-compatible chat client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Deterministic fallback templates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Evidence contract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Final verifier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Runtime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How to demo and inspect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User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http://127.0.0.1:4849/frontend/chat.html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Chat with the bot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Open/close catalog panel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Send feedback and order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API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http://127.0.0.1:4849/docs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Manual endpoint testing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Inventory ask/search/sync routes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Order, feedback, image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Core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GET /inventory/items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POST /inventory/ask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POST /inventory/search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POST /inventory/sync/rebuild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GET /inventory/chat-traces/{trace_id}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Safeguards And Failure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What prevents bad customer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If the catalog has no matching product, the bot should abstain or ask a focused clarification.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If the answer writer tries to add unsupported stock, price, policy, product, or discount claims, verifier catches it.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If Ollama or an LLM prompt fails, the deterministic pipeline still produces a safer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926080"/>
            <a:ext cx="3383280" cy="205740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338328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026664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10712"/>
            <a:ext cx="3035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Vague customer query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Weak retrieval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LLM overclaims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2926080"/>
            <a:ext cx="3383280" cy="205740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880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8328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3026664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10712"/>
            <a:ext cx="3035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Clarification gate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Evidence contract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Verifier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2926080"/>
            <a:ext cx="3383280" cy="205740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880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83280" cy="7315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3026664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410712"/>
            <a:ext cx="3035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Ask a better question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Return supported facts</a:t>
            </a:r>
          </a:p>
          <a:p>
            <a:pPr>
              <a:spcAft>
                <a:spcPts val="400"/>
              </a:spcAft>
              <a:defRPr sz="1400">
                <a:solidFill>
                  <a:srgbClr val="172033"/>
                </a:solidFill>
              </a:defRPr>
            </a:pPr>
            <a:r>
              <a:t>Abstain if unsafe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Important to say clearly to an expert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Image matching exists as a pathway, but production-grade visual similarity needs a stronger image embedding/index pipeline.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Customer memory exists, but profile memory should be privacy-scoped and consent-aware before serious deployment.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Real-time POS sync is currently import/webhook style; true POS integration needs source-specific connectors and conflict policy.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Large multi-brand catalogs require stronger taxonomy governance, synonym management, and monitoring for stale vectors.</a:t>
            </a:r>
          </a:p>
          <a:p>
            <a:pPr>
              <a:spcAft>
                <a:spcPts val="500"/>
              </a:spcAft>
              <a:defRPr sz="1800">
                <a:solidFill>
                  <a:srgbClr val="172033"/>
                </a:solidFill>
              </a:defRPr>
            </a:pPr>
            <a:r>
              <a:t>The answer quality ceiling depends heavily on catalog completeness: missing sizes, colors, variants, or policies cannot be invented safely.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033"/>
                </a:solidFill>
              </a:defRPr>
            </a:pPr>
            <a:r>
              <a:t>Recommended Next Build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79"/>
                </a:solidFill>
              </a:defRPr>
            </a:pPr>
            <a:r>
              <a:t>A pragmatic roadmap toward a production-grade human-like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474720" cy="7315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1.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Normalize variant groups and design ids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Require size/color/fabric fields by category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Add policy coverage tests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Add catalog quality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474720" cy="7315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2. Retrieval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Use real multilingual embeddings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Benchmark Elasticsearch vs local vector store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Add synonym/taxonomy management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Expand multilingual eval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88720"/>
            <a:ext cx="3474720" cy="452628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474720" cy="7315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289304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033"/>
                </a:solidFill>
              </a:defRPr>
            </a:pPr>
            <a:r>
              <a:t>3. Conversation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2724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Improve customer profile memory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Use stronger answer writer evals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Add image-based matching tests</a:t>
            </a:r>
          </a:p>
          <a:p>
            <a:pPr>
              <a:spcAft>
                <a:spcPts val="400"/>
              </a:spcAft>
              <a:defRPr sz="1250">
                <a:solidFill>
                  <a:srgbClr val="172033"/>
                </a:solidFill>
              </a:defRPr>
            </a:pPr>
            <a:r>
              <a:t>Run build-test-fix loop weekly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9672"/>
            <a:ext cx="11384280" cy="18288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9"/>
                </a:solidFill>
              </a:defRPr>
            </a:pPr>
            <a:r>
              <a:t>Inventory RAG Pipeline | bangla-tax-rag | slide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